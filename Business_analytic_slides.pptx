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95884"/>
  </p:normalViewPr>
  <p:slideViewPr>
    <p:cSldViewPr snapToGrid="0">
      <p:cViewPr varScale="1">
        <p:scale>
          <a:sx n="114" d="100"/>
          <a:sy n="114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IRSYADUDIN BIN SUTIRO" userId="823d756b-63f2-4c0c-b94b-5e58b48fa707" providerId="ADAL" clId="{FCE35B14-EADC-F841-9FE8-8BC23085D586}"/>
    <pc:docChg chg="custSel modSld">
      <pc:chgData name="MOHAMED IRSYADUDIN BIN SUTIRO" userId="823d756b-63f2-4c0c-b94b-5e58b48fa707" providerId="ADAL" clId="{FCE35B14-EADC-F841-9FE8-8BC23085D586}" dt="2024-02-29T15:35:47.055" v="0" actId="478"/>
      <pc:docMkLst>
        <pc:docMk/>
      </pc:docMkLst>
      <pc:sldChg chg="addSp delSp modSp mod">
        <pc:chgData name="MOHAMED IRSYADUDIN BIN SUTIRO" userId="823d756b-63f2-4c0c-b94b-5e58b48fa707" providerId="ADAL" clId="{FCE35B14-EADC-F841-9FE8-8BC23085D586}" dt="2024-02-29T15:35:47.055" v="0" actId="478"/>
        <pc:sldMkLst>
          <pc:docMk/>
          <pc:sldMk cId="95992585" sldId="256"/>
        </pc:sldMkLst>
        <pc:spChg chg="del">
          <ac:chgData name="MOHAMED IRSYADUDIN BIN SUTIRO" userId="823d756b-63f2-4c0c-b94b-5e58b48fa707" providerId="ADAL" clId="{FCE35B14-EADC-F841-9FE8-8BC23085D586}" dt="2024-02-29T15:35:47.055" v="0" actId="478"/>
          <ac:spMkLst>
            <pc:docMk/>
            <pc:sldMk cId="95992585" sldId="256"/>
            <ac:spMk id="3" creationId="{DB024FB0-1D58-49D4-A2C2-EB74E9C86923}"/>
          </ac:spMkLst>
        </pc:spChg>
        <pc:spChg chg="add mod">
          <ac:chgData name="MOHAMED IRSYADUDIN BIN SUTIRO" userId="823d756b-63f2-4c0c-b94b-5e58b48fa707" providerId="ADAL" clId="{FCE35B14-EADC-F841-9FE8-8BC23085D586}" dt="2024-02-29T15:35:47.055" v="0" actId="478"/>
          <ac:spMkLst>
            <pc:docMk/>
            <pc:sldMk cId="95992585" sldId="256"/>
            <ac:spMk id="5" creationId="{7397F3E1-C8C8-58C3-2FC2-31E3372D05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63E51601-6937-43DA-A58D-5E10AD3E4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ST2187_CW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97F3E1-C8C8-58C3-2FC2-31E3372D05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ales and Profitability Analysis Dashboard">
            <a:extLst>
              <a:ext uri="{FF2B5EF4-FFF2-40B4-BE49-F238E27FC236}">
                <a16:creationId xmlns:a16="http://schemas.microsoft.com/office/drawing/2014/main" id="{65CB15CB-3BFC-4924-9A69-551DE0A02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0"/>
            <a:ext cx="10715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ustomer Analysis Dashboard">
            <a:extLst>
              <a:ext uri="{FF2B5EF4-FFF2-40B4-BE49-F238E27FC236}">
                <a16:creationId xmlns:a16="http://schemas.microsoft.com/office/drawing/2014/main" id="{46A74B1E-6F59-4511-B0A0-F719E807E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0"/>
            <a:ext cx="10715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Product Analysis Dashboard">
            <a:extLst>
              <a:ext uri="{FF2B5EF4-FFF2-40B4-BE49-F238E27FC236}">
                <a16:creationId xmlns:a16="http://schemas.microsoft.com/office/drawing/2014/main" id="{A119A217-897B-4761-8D03-0659F1B8A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0"/>
            <a:ext cx="10715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Order and Shipping Efficiency Dashboard">
            <a:extLst>
              <a:ext uri="{FF2B5EF4-FFF2-40B4-BE49-F238E27FC236}">
                <a16:creationId xmlns:a16="http://schemas.microsoft.com/office/drawing/2014/main" id="{E1C06E72-08A3-4C76-89E4-B22E0153E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0"/>
            <a:ext cx="10715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iscount and Profitability Dashboard">
            <a:extLst>
              <a:ext uri="{FF2B5EF4-FFF2-40B4-BE49-F238E27FC236}">
                <a16:creationId xmlns:a16="http://schemas.microsoft.com/office/drawing/2014/main" id="{8D3246F7-B1FF-4D7B-829C-08B6F6775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0"/>
            <a:ext cx="10715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ST2187_CW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ST2187_CW</dc:title>
  <dc:creator/>
  <cp:lastModifiedBy>mohamed Irsyadudin</cp:lastModifiedBy>
  <cp:revision>1</cp:revision>
  <dcterms:created xsi:type="dcterms:W3CDTF">2024-02-29T15:35:15Z</dcterms:created>
  <dcterms:modified xsi:type="dcterms:W3CDTF">2024-02-29T15:35:49Z</dcterms:modified>
</cp:coreProperties>
</file>